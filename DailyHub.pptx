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Nunito Sans Bold Italics" charset="1" panose="00000800000000000000"/>
      <p:regular r:id="rId11"/>
    </p:embeddedFont>
    <p:embeddedFont>
      <p:font typeface="Noticia Text Bold" charset="1" panose="02000803060000020004"/>
      <p:regular r:id="rId12"/>
    </p:embeddedFont>
    <p:embeddedFont>
      <p:font typeface="Open Sans Bold Italics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9766">
            <a:off x="11023691" y="2408516"/>
            <a:ext cx="4803408" cy="9761726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27729" t="0" r="-114395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45822" t="0" r="-17388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812" y="3887804"/>
            <a:ext cx="10902746" cy="3630444"/>
            <a:chOff x="0" y="0"/>
            <a:chExt cx="14536995" cy="484059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238125"/>
              <a:ext cx="14536995" cy="28031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7672"/>
                </a:lnSpc>
                <a:spcBef>
                  <a:spcPct val="0"/>
                </a:spcBef>
              </a:pPr>
              <a:r>
                <a:rPr lang="en-US" b="true" sz="12623" i="true">
                  <a:solidFill>
                    <a:srgbClr val="7ED957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D</a:t>
              </a:r>
              <a:r>
                <a:rPr lang="en-US" b="true" sz="12623" i="true">
                  <a:solidFill>
                    <a:srgbClr val="7ED957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ailyHub APP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179062" y="2858467"/>
              <a:ext cx="8042650" cy="1443367"/>
              <a:chOff x="0" y="0"/>
              <a:chExt cx="10664471" cy="191389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664471" cy="1913890"/>
              </a:xfrm>
              <a:custGeom>
                <a:avLst/>
                <a:gdLst/>
                <a:ahLst/>
                <a:cxnLst/>
                <a:rect r="r" b="b" t="t" l="l"/>
                <a:pathLst>
                  <a:path h="1913890" w="10664471">
                    <a:moveTo>
                      <a:pt x="10540011" y="1913890"/>
                    </a:moveTo>
                    <a:lnTo>
                      <a:pt x="124460" y="1913890"/>
                    </a:lnTo>
                    <a:cubicBezTo>
                      <a:pt x="55880" y="1913890"/>
                      <a:pt x="0" y="1858010"/>
                      <a:pt x="0" y="1789430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0540011" y="0"/>
                    </a:lnTo>
                    <a:cubicBezTo>
                      <a:pt x="10608590" y="0"/>
                      <a:pt x="10664471" y="55880"/>
                      <a:pt x="10664471" y="124460"/>
                    </a:cubicBezTo>
                    <a:lnTo>
                      <a:pt x="10664471" y="1789430"/>
                    </a:lnTo>
                    <a:cubicBezTo>
                      <a:pt x="10664471" y="1858010"/>
                      <a:pt x="10608590" y="1913890"/>
                      <a:pt x="10540011" y="1913890"/>
                    </a:cubicBezTo>
                    <a:close/>
                  </a:path>
                </a:pathLst>
              </a:custGeom>
              <a:solidFill>
                <a:srgbClr val="521887"/>
              </a:solidFill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536306" y="2927580"/>
              <a:ext cx="7328161" cy="19130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57"/>
                </a:lnSpc>
                <a:spcBef>
                  <a:spcPct val="0"/>
                </a:spcBef>
              </a:pPr>
              <a:r>
                <a:rPr lang="en-US" b="true" sz="2969" i="true" spc="89">
                  <a:solidFill>
                    <a:srgbClr val="C1FF72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Simplify</a:t>
              </a:r>
              <a:r>
                <a:rPr lang="en-US" b="true" sz="2969" i="true" spc="89">
                  <a:solidFill>
                    <a:srgbClr val="C1FF72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 Your Day,</a:t>
              </a:r>
            </a:p>
            <a:p>
              <a:pPr algn="l">
                <a:lnSpc>
                  <a:spcPts val="4157"/>
                </a:lnSpc>
                <a:spcBef>
                  <a:spcPct val="0"/>
                </a:spcBef>
              </a:pPr>
              <a:r>
                <a:rPr lang="en-US" b="true" sz="2969" i="true" spc="89">
                  <a:solidFill>
                    <a:srgbClr val="C1FF72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                   </a:t>
              </a:r>
              <a:r>
                <a:rPr lang="en-US" b="true" sz="2969" i="true" spc="89">
                  <a:solidFill>
                    <a:srgbClr val="C1FF72"/>
                  </a:solidFill>
                  <a:latin typeface="Nunito Sans Bold Italics"/>
                  <a:ea typeface="Nunito Sans Bold Italics"/>
                  <a:cs typeface="Nunito Sans Bold Italics"/>
                  <a:sym typeface="Nunito Sans Bold Italics"/>
                </a:rPr>
                <a:t>Amplify Your Life.</a:t>
              </a:r>
            </a:p>
            <a:p>
              <a:pPr algn="l">
                <a:lnSpc>
                  <a:spcPts val="3317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93070" y="1790676"/>
            <a:ext cx="2623482" cy="2315752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998381" y="2097157"/>
            <a:ext cx="2188496" cy="2021271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739892" y="5815261"/>
            <a:ext cx="2506448" cy="1414395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904810" y="240988"/>
            <a:ext cx="5327554" cy="102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2"/>
              </a:lnSpc>
              <a:spcBef>
                <a:spcPct val="0"/>
              </a:spcBef>
            </a:pPr>
            <a:r>
              <a:rPr lang="en-US" b="true" sz="6002" i="true" u="sng">
                <a:solidFill>
                  <a:srgbClr val="000000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CodeJAM 2026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1673" y="8108501"/>
            <a:ext cx="6494446" cy="1949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"/>
              </a:lnSpc>
              <a:spcBef>
                <a:spcPct val="0"/>
              </a:spcBef>
            </a:pPr>
            <a:r>
              <a:rPr lang="en-US" b="true" sz="2812" i="true">
                <a:solidFill>
                  <a:srgbClr val="000000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Team Name:- </a:t>
            </a:r>
            <a:r>
              <a:rPr lang="en-US" b="true" sz="2812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HackOps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  <a:r>
              <a:rPr lang="en-US" b="true" sz="2812" i="true">
                <a:solidFill>
                  <a:srgbClr val="000000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Team Member1:- </a:t>
            </a:r>
            <a:r>
              <a:rPr lang="en-US" b="true" sz="2812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Sonam Arya</a:t>
            </a:r>
          </a:p>
          <a:p>
            <a:pPr algn="l">
              <a:lnSpc>
                <a:spcPts val="3937"/>
              </a:lnSpc>
              <a:spcBef>
                <a:spcPct val="0"/>
              </a:spcBef>
            </a:pPr>
            <a:r>
              <a:rPr lang="en-US" b="true" sz="2812" i="true">
                <a:solidFill>
                  <a:srgbClr val="000000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Team Member2 :- </a:t>
            </a:r>
            <a:r>
              <a:rPr lang="en-US" b="true" sz="2812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Radhika</a:t>
            </a:r>
          </a:p>
          <a:p>
            <a:pPr algn="ctr">
              <a:lnSpc>
                <a:spcPts val="379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9766">
            <a:off x="11104269" y="2542812"/>
            <a:ext cx="4803408" cy="9761726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27729" t="0" r="-114395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45822" t="0" r="-173889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35089" y="3105375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11736" y="200847"/>
            <a:ext cx="12730219" cy="13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05"/>
              </a:lnSpc>
              <a:spcBef>
                <a:spcPct val="0"/>
              </a:spcBef>
            </a:pPr>
            <a:r>
              <a:rPr lang="en-US" b="true" sz="8075">
                <a:solidFill>
                  <a:srgbClr val="C1FF72"/>
                </a:solidFill>
                <a:latin typeface="Noticia Text Bold"/>
                <a:ea typeface="Noticia Text Bold"/>
                <a:cs typeface="Noticia Text Bold"/>
                <a:sym typeface="Noticia Text Bold"/>
              </a:rPr>
              <a:t>PROBLEM STATEMENT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35089" y="4437123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5089" y="5906125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15275" y="3050643"/>
            <a:ext cx="11071437" cy="179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Manual re-entry in apps causes time wastage and errors.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415275" y="4379973"/>
            <a:ext cx="11071437" cy="118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Repe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atedly inputting data across different apps consumes valuable time.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5275" y="5848975"/>
            <a:ext cx="11071437" cy="240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Users s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truggle to access all services from a single interface, leading to poor decision-making and decreased convenience.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9766">
            <a:off x="11104269" y="2542812"/>
            <a:ext cx="4803408" cy="9761726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27729" t="0" r="-114395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45822" t="0" r="-173889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35089" y="2443242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11736" y="200847"/>
            <a:ext cx="12730219" cy="13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05"/>
              </a:lnSpc>
              <a:spcBef>
                <a:spcPct val="0"/>
              </a:spcBef>
            </a:pPr>
            <a:r>
              <a:rPr lang="en-US" b="true" sz="8075">
                <a:solidFill>
                  <a:srgbClr val="C1FF72"/>
                </a:solidFill>
                <a:latin typeface="Noticia Text Bold"/>
                <a:ea typeface="Noticia Text Bold"/>
                <a:cs typeface="Noticia Text Bold"/>
                <a:sym typeface="Noticia Text Bold"/>
              </a:rPr>
              <a:t>PROPOSED SOLUTION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35089" y="3381159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4512" y="7162951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5" y="0"/>
                </a:lnTo>
                <a:lnTo>
                  <a:pt x="668195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15275" y="2386092"/>
            <a:ext cx="11071437" cy="118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O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ne login for all services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14428" y="3324009"/>
            <a:ext cx="11071437" cy="423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Un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ified Dashboard Access: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  Transport 🚕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  Food 🍔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  Healthcare 🏥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  Home services 🛠️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  Payments 💳</a:t>
            </a:r>
          </a:p>
          <a:p>
            <a:pPr algn="just">
              <a:lnSpc>
                <a:spcPts val="485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415275" y="7105801"/>
            <a:ext cx="11071437" cy="57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Smart R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ecommendations (AI-Based)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54512" y="7994150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5" y="0"/>
                </a:lnTo>
                <a:lnTo>
                  <a:pt x="668195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15275" y="7879602"/>
            <a:ext cx="11071437" cy="2407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</a:pPr>
            <a:r>
              <a:rPr lang="en-US" sz="3470" i="true" b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Integrated Payment System: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One wallet/payment m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ethod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No need to switch apps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27729" t="0" r="-114395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47311" t="0" r="-142028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47311" t="0" r="-142028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45822" t="0" r="-173889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35089" y="3105375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41082" y="5622337"/>
            <a:ext cx="668196" cy="664551"/>
          </a:xfrm>
          <a:custGeom>
            <a:avLst/>
            <a:gdLst/>
            <a:ahLst/>
            <a:cxnLst/>
            <a:rect r="r" b="b" t="t" l="l"/>
            <a:pathLst>
              <a:path h="664551" w="668196">
                <a:moveTo>
                  <a:pt x="0" y="0"/>
                </a:moveTo>
                <a:lnTo>
                  <a:pt x="668196" y="0"/>
                </a:lnTo>
                <a:lnTo>
                  <a:pt x="668196" y="664551"/>
                </a:lnTo>
                <a:lnTo>
                  <a:pt x="0" y="6645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208558">
            <a:off x="10192453" y="2317632"/>
            <a:ext cx="6669920" cy="7273961"/>
          </a:xfrm>
          <a:custGeom>
            <a:avLst/>
            <a:gdLst/>
            <a:ahLst/>
            <a:cxnLst/>
            <a:rect r="r" b="b" t="t" l="l"/>
            <a:pathLst>
              <a:path h="7273961" w="6669920">
                <a:moveTo>
                  <a:pt x="0" y="0"/>
                </a:moveTo>
                <a:lnTo>
                  <a:pt x="6669920" y="0"/>
                </a:lnTo>
                <a:lnTo>
                  <a:pt x="6669920" y="7273961"/>
                </a:lnTo>
                <a:lnTo>
                  <a:pt x="0" y="72739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036" t="0" r="-10592" b="-877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14410" y="254961"/>
            <a:ext cx="12730219" cy="138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1305"/>
              </a:lnSpc>
              <a:spcBef>
                <a:spcPct val="0"/>
              </a:spcBef>
            </a:pPr>
            <a:r>
              <a:rPr lang="en-US" b="true" sz="8075">
                <a:solidFill>
                  <a:srgbClr val="C1FF72"/>
                </a:solidFill>
                <a:latin typeface="Noticia Text Bold"/>
                <a:ea typeface="Noticia Text Bold"/>
                <a:cs typeface="Noticia Text Bold"/>
                <a:sym typeface="Noticia Text Bold"/>
              </a:rPr>
              <a:t> Future Vision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0476" y="3048225"/>
            <a:ext cx="11568333" cy="423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Voice-enabled assista</a:t>
            </a: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nt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Predictive AI (plans your day automatically)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Smart home &amp; IoT integration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Nunito Sans Bold Italics"/>
                <a:ea typeface="Nunito Sans Bold Italics"/>
                <a:cs typeface="Nunito Sans Bold Italics"/>
                <a:sym typeface="Nunito Sans Bold Italics"/>
              </a:rPr>
              <a:t> 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  <a:r>
              <a:rPr lang="en-US" b="true" sz="3470" i="true">
                <a:solidFill>
                  <a:srgbClr val="C1FF72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DailyHub aims to become your personal life              Operating system.</a:t>
            </a:r>
          </a:p>
          <a:p>
            <a:pPr algn="l">
              <a:lnSpc>
                <a:spcPts val="485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6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1239766">
            <a:off x="11104269" y="2542812"/>
            <a:ext cx="4803408" cy="9761726"/>
            <a:chOff x="0" y="0"/>
            <a:chExt cx="5001260" cy="101638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1239766">
            <a:off x="14773803" y="-7187446"/>
            <a:ext cx="4803408" cy="9761726"/>
            <a:chOff x="0" y="0"/>
            <a:chExt cx="5001260" cy="10163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4"/>
              <a:stretch>
                <a:fillRect l="-27729" t="0" r="-114395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1239766">
            <a:off x="14848636" y="8093720"/>
            <a:ext cx="4803408" cy="9761726"/>
            <a:chOff x="0" y="0"/>
            <a:chExt cx="5001260" cy="10163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1239766">
            <a:off x="18518170" y="-1636538"/>
            <a:ext cx="4803408" cy="9761726"/>
            <a:chOff x="0" y="0"/>
            <a:chExt cx="5001260" cy="10163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3"/>
              <a:stretch>
                <a:fillRect l="-47311" t="0" r="-142028" b="0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1239766">
            <a:off x="8417949" y="-5521940"/>
            <a:ext cx="4803408" cy="9761726"/>
            <a:chOff x="0" y="0"/>
            <a:chExt cx="5001260" cy="101638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00993" cy="10163632"/>
            </a:xfrm>
            <a:custGeom>
              <a:avLst/>
              <a:gdLst/>
              <a:ahLst/>
              <a:cxnLst/>
              <a:rect r="r" b="b" t="t" l="l"/>
              <a:pathLst>
                <a:path h="10163632" w="5000993">
                  <a:moveTo>
                    <a:pt x="0" y="0"/>
                  </a:moveTo>
                  <a:lnTo>
                    <a:pt x="5000993" y="0"/>
                  </a:lnTo>
                  <a:lnTo>
                    <a:pt x="5000993" y="10163632"/>
                  </a:lnTo>
                  <a:lnTo>
                    <a:pt x="0" y="10163632"/>
                  </a:lnTo>
                  <a:close/>
                </a:path>
              </a:pathLst>
            </a:custGeom>
            <a:blipFill>
              <a:blip r:embed="rId2"/>
              <a:stretch>
                <a:fillRect l="-45" t="0" r="-45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8760" y="288798"/>
              <a:ext cx="4330776" cy="9398000"/>
            </a:xfrm>
            <a:custGeom>
              <a:avLst/>
              <a:gdLst/>
              <a:ahLst/>
              <a:cxnLst/>
              <a:rect r="r" b="b" t="t" l="l"/>
              <a:pathLst>
                <a:path h="9398000" w="4330776">
                  <a:moveTo>
                    <a:pt x="3894366" y="9398000"/>
                  </a:moveTo>
                  <a:lnTo>
                    <a:pt x="436410" y="9398000"/>
                  </a:lnTo>
                  <a:cubicBezTo>
                    <a:pt x="195389" y="9398000"/>
                    <a:pt x="0" y="9202610"/>
                    <a:pt x="0" y="8961590"/>
                  </a:cubicBezTo>
                  <a:lnTo>
                    <a:pt x="0" y="436410"/>
                  </a:lnTo>
                  <a:cubicBezTo>
                    <a:pt x="0" y="195390"/>
                    <a:pt x="195389" y="0"/>
                    <a:pt x="436410" y="0"/>
                  </a:cubicBezTo>
                  <a:lnTo>
                    <a:pt x="861580" y="0"/>
                  </a:lnTo>
                  <a:cubicBezTo>
                    <a:pt x="902373" y="0"/>
                    <a:pt x="935444" y="33071"/>
                    <a:pt x="935444" y="73863"/>
                  </a:cubicBezTo>
                  <a:lnTo>
                    <a:pt x="935444" y="73863"/>
                  </a:lnTo>
                  <a:cubicBezTo>
                    <a:pt x="935444" y="225019"/>
                    <a:pt x="1057745" y="347688"/>
                    <a:pt x="1208913" y="348120"/>
                  </a:cubicBezTo>
                  <a:lnTo>
                    <a:pt x="3105874" y="353619"/>
                  </a:lnTo>
                  <a:cubicBezTo>
                    <a:pt x="3257651" y="354063"/>
                    <a:pt x="3380930" y="231140"/>
                    <a:pt x="3380930" y="79362"/>
                  </a:cubicBezTo>
                  <a:lnTo>
                    <a:pt x="3380930" y="73863"/>
                  </a:lnTo>
                  <a:cubicBezTo>
                    <a:pt x="3380930" y="33071"/>
                    <a:pt x="3414001" y="0"/>
                    <a:pt x="3454794" y="0"/>
                  </a:cubicBezTo>
                  <a:lnTo>
                    <a:pt x="3894366" y="0"/>
                  </a:lnTo>
                  <a:cubicBezTo>
                    <a:pt x="4135387" y="0"/>
                    <a:pt x="4330776" y="195390"/>
                    <a:pt x="4330776" y="436410"/>
                  </a:cubicBezTo>
                  <a:lnTo>
                    <a:pt x="4330776" y="8961603"/>
                  </a:lnTo>
                  <a:cubicBezTo>
                    <a:pt x="4330776" y="9202610"/>
                    <a:pt x="4135387" y="9398000"/>
                    <a:pt x="3894366" y="9398000"/>
                  </a:cubicBezTo>
                  <a:close/>
                </a:path>
              </a:pathLst>
            </a:custGeom>
            <a:blipFill>
              <a:blip r:embed="rId5"/>
              <a:stretch>
                <a:fillRect l="-45822" t="0" r="-17388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829284" y="3653734"/>
            <a:ext cx="16230600" cy="1760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414"/>
              </a:lnSpc>
              <a:spcBef>
                <a:spcPct val="0"/>
              </a:spcBef>
            </a:pPr>
            <a:r>
              <a:rPr lang="en-US" b="true" sz="10296">
                <a:solidFill>
                  <a:srgbClr val="C1FF72"/>
                </a:solidFill>
                <a:latin typeface="Noticia Text Bold"/>
                <a:ea typeface="Noticia Text Bold"/>
                <a:cs typeface="Noticia Text Bold"/>
                <a:sym typeface="Noticia Tex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DAHHHoozmaE</dc:identifier>
  <dcterms:modified xsi:type="dcterms:W3CDTF">2011-08-01T06:04:30Z</dcterms:modified>
  <cp:revision>1</cp:revision>
  <dc:title>DailyHub</dc:title>
</cp:coreProperties>
</file>